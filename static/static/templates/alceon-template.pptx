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4"/>
  </p:sldMasterIdLst>
  <p:notesMasterIdLst>
    <p:notesMasterId r:id="rId9"/>
  </p:notesMasterIdLst>
  <p:sldIdLst>
    <p:sldId id="302" r:id="rId5"/>
    <p:sldId id="311" r:id="rId6"/>
    <p:sldId id="312" r:id="rId7"/>
    <p:sldId id="286" r:id="rId8"/>
  </p:sldIdLst>
  <p:sldSz cx="9144000" cy="6858000" type="screen4x3"/>
  <p:notesSz cx="6858000" cy="9144000"/>
  <p:embeddedFontLst>
    <p:embeddedFont>
      <p:font typeface="Onest" panose="020B0604020202020204" charset="0"/>
      <p:regular r:id="rId10"/>
      <p:bold r:id="rId11"/>
    </p:embeddedFont>
    <p:embeddedFont>
      <p:font typeface="Onest Light" pitchFamily="2" charset="0"/>
      <p:regular r:id="rId12"/>
    </p:embeddedFont>
    <p:embeddedFont>
      <p:font typeface="Onest Medium" pitchFamily="2" charset="0"/>
      <p:regular r:id="rId13"/>
    </p:embeddedFont>
    <p:embeddedFont>
      <p:font typeface="Onest SemiBold" panose="020B0604020202020204" charset="0"/>
      <p:regular r:id="rId14"/>
      <p:bold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ernal" id="{620F5E67-0D7A-4542-A02C-EAAFE180591D}">
          <p14:sldIdLst>
            <p14:sldId id="302"/>
            <p14:sldId id="311"/>
            <p14:sldId id="312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190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2.fntdata"/><Relationship Id="rId5" Type="http://schemas.openxmlformats.org/officeDocument/2006/relationships/slide" Target="slides/slide1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Onest" pitchFamily="2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Onest" pitchFamily="2" charset="0"/>
              </a:defRPr>
            </a:lvl1pPr>
          </a:lstStyle>
          <a:p>
            <a:fld id="{DD0866D4-16D5-F34D-963F-9B1876AAA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Onest" pitchFamily="2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Onest" pitchFamily="2" charset="0"/>
              </a:defRPr>
            </a:lvl1pPr>
          </a:lstStyle>
          <a:p>
            <a:fld id="{0DBA3C2C-4ED5-5545-89DF-168795CED4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00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Onest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blue and white background&#10;&#10;AI-generated content may be incorrect.">
            <a:extLst>
              <a:ext uri="{FF2B5EF4-FFF2-40B4-BE49-F238E27FC236}">
                <a16:creationId xmlns:a16="http://schemas.microsoft.com/office/drawing/2014/main" id="{89B59189-F07E-FB43-D577-DBA660A522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D3FBDE-924D-6019-F7D4-5A801E8CF2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5037" y="396630"/>
            <a:ext cx="3892031" cy="153888"/>
          </a:xfrm>
        </p:spPr>
        <p:txBody>
          <a:bodyPr wrap="square" lIns="0" tIns="0" rIns="0" bIns="0">
            <a:spAutoFit/>
          </a:bodyPr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AU"/>
              <a:t>July 2025: to edit, go to 'Insert &gt; Header &amp; Footer'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E98B425-4F66-020B-CF8E-9885A01F9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44641" y="5238505"/>
            <a:ext cx="1984935" cy="121099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AF11CD8-CCEE-D53F-3487-1F97DB21F759}"/>
              </a:ext>
            </a:extLst>
          </p:cNvPr>
          <p:cNvSpPr txBox="1"/>
          <p:nvPr userDrawn="1"/>
        </p:nvSpPr>
        <p:spPr>
          <a:xfrm>
            <a:off x="452487" y="396630"/>
            <a:ext cx="26171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58CE3D56-FC9A-E4C3-1EF8-D51E3BF9BC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15464" y="396630"/>
            <a:ext cx="3576049" cy="123111"/>
          </a:xfrm>
        </p:spPr>
        <p:txBody>
          <a:bodyPr wrap="square" lIns="0" tIns="0" rIns="0" bIns="0">
            <a:spAutoFit/>
          </a:bodyPr>
          <a:lstStyle>
            <a:lvl1pPr algn="r">
              <a:defRPr sz="800" b="1" i="0">
                <a:solidFill>
                  <a:schemeClr val="bg1"/>
                </a:solidFill>
                <a:latin typeface="Onest SemiBold" pitchFamily="2" charset="0"/>
              </a:defRPr>
            </a:lvl1pPr>
          </a:lstStyle>
          <a:p>
            <a:pPr lvl="0"/>
            <a:r>
              <a:rPr lang="en-GB"/>
              <a:t>CLICK TO EDIT DESCRIPTOR</a:t>
            </a:r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BCBD518-DBF8-F114-94F9-27A9573306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5038" y="1910943"/>
            <a:ext cx="6848475" cy="1046440"/>
          </a:xfrm>
        </p:spPr>
        <p:txBody>
          <a:bodyPr lIns="0" tIns="0" rIns="0" bIns="0">
            <a:spAutoFit/>
          </a:bodyPr>
          <a:lstStyle>
            <a:lvl1pPr>
              <a:lnSpc>
                <a:spcPct val="75000"/>
              </a:lnSpc>
              <a:defRPr sz="4400" b="1" i="0" spc="-60" baseline="0">
                <a:solidFill>
                  <a:schemeClr val="bg1"/>
                </a:solidFill>
                <a:latin typeface="+mj-lt"/>
              </a:defRPr>
            </a:lvl1pPr>
            <a:lvl2pPr marL="0">
              <a:lnSpc>
                <a:spcPct val="85000"/>
              </a:lnSpc>
              <a:spcBef>
                <a:spcPts val="1000"/>
              </a:spcBef>
              <a:defRPr sz="3000" b="0" i="0" spc="-60" baseline="0">
                <a:solidFill>
                  <a:schemeClr val="bg1"/>
                </a:solidFill>
                <a:latin typeface="Onest" pitchFamily="2" charset="0"/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Click to add title</a:t>
            </a:r>
          </a:p>
          <a:p>
            <a:pPr lvl="1"/>
            <a:r>
              <a:rPr lang="en-GB"/>
              <a:t>Click to add subtitle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CCEF403E-D597-CE34-0E69-9BE5FCC267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5038" y="3537242"/>
            <a:ext cx="1331672" cy="236843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</a:ln>
        </p:spPr>
        <p:txBody>
          <a:bodyPr wrap="none" lIns="144000" tIns="7200" rIns="144000" bIns="7200">
            <a:spAutoFit/>
          </a:bodyPr>
          <a:lstStyle>
            <a:lvl1pPr algn="l">
              <a:defRPr sz="1000" b="0" i="0">
                <a:solidFill>
                  <a:schemeClr val="bg1"/>
                </a:solidFill>
                <a:latin typeface="Onest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314724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8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10">
            <a:extLst>
              <a:ext uri="{FF2B5EF4-FFF2-40B4-BE49-F238E27FC236}">
                <a16:creationId xmlns:a16="http://schemas.microsoft.com/office/drawing/2014/main" id="{154AC9BC-A760-A196-5392-68D4D3DCDEFC}"/>
              </a:ext>
            </a:extLst>
          </p:cNvPr>
          <p:cNvSpPr/>
          <p:nvPr/>
        </p:nvSpPr>
        <p:spPr>
          <a:xfrm>
            <a:off x="-9437" y="0"/>
            <a:ext cx="7445027" cy="1296082"/>
          </a:xfrm>
          <a:custGeom>
            <a:avLst/>
            <a:gdLst>
              <a:gd name="connsiteX0" fmla="*/ 0 w 7445027"/>
              <a:gd name="connsiteY0" fmla="*/ 0 h 1296082"/>
              <a:gd name="connsiteX1" fmla="*/ 0 w 7445027"/>
              <a:gd name="connsiteY1" fmla="*/ 1296011 h 1296082"/>
              <a:gd name="connsiteX2" fmla="*/ 5565342 w 7445027"/>
              <a:gd name="connsiteY2" fmla="*/ 1296011 h 1296082"/>
              <a:gd name="connsiteX3" fmla="*/ 6546559 w 7445027"/>
              <a:gd name="connsiteY3" fmla="*/ 1049363 h 1296082"/>
              <a:gd name="connsiteX4" fmla="*/ 7392444 w 7445027"/>
              <a:gd name="connsiteY4" fmla="*/ 130050 h 1296082"/>
              <a:gd name="connsiteX5" fmla="*/ 7445028 w 7445027"/>
              <a:gd name="connsiteY5" fmla="*/ 0 h 1296082"/>
              <a:gd name="connsiteX6" fmla="*/ 0 w 7445027"/>
              <a:gd name="connsiteY6" fmla="*/ 0 h 1296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45027" h="1296082">
                <a:moveTo>
                  <a:pt x="0" y="0"/>
                </a:moveTo>
                <a:lnTo>
                  <a:pt x="0" y="1296011"/>
                </a:lnTo>
                <a:lnTo>
                  <a:pt x="5565342" y="1296011"/>
                </a:lnTo>
                <a:cubicBezTo>
                  <a:pt x="5700674" y="1296011"/>
                  <a:pt x="6084150" y="1307219"/>
                  <a:pt x="6546559" y="1049363"/>
                </a:cubicBezTo>
                <a:cubicBezTo>
                  <a:pt x="6852846" y="878579"/>
                  <a:pt x="7234549" y="500016"/>
                  <a:pt x="7392444" y="130050"/>
                </a:cubicBezTo>
                <a:cubicBezTo>
                  <a:pt x="7402800" y="105797"/>
                  <a:pt x="7420693" y="61462"/>
                  <a:pt x="7445028" y="0"/>
                </a:cubicBez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25000">
                <a:schemeClr val="bg2"/>
              </a:gs>
              <a:gs pos="99000">
                <a:schemeClr val="bg2">
                  <a:alpha val="5257"/>
                </a:schemeClr>
              </a:gs>
            </a:gsLst>
            <a:lin ang="1800000" scaled="0"/>
            <a:tileRect/>
          </a:gradFill>
          <a:ln w="127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800" y="442126"/>
            <a:ext cx="6188400" cy="547072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85000"/>
              </a:lnSpc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68424" y="6431777"/>
            <a:ext cx="1043776" cy="161583"/>
          </a:xfrm>
        </p:spPr>
        <p:txBody>
          <a:bodyPr wrap="square" lIns="0" tIns="0" rIns="0" bIns="0" anchor="b" anchorCtr="0">
            <a:spAutoFit/>
          </a:bodyPr>
          <a:lstStyle>
            <a:lvl1pPr>
              <a:defRPr sz="1050" b="1"/>
            </a:lvl1pPr>
          </a:lstStyle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D049D427-CD3B-96FB-A4F8-1C7040E694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4205" y="238901"/>
            <a:ext cx="1393221" cy="849993"/>
          </a:xfrm>
          <a:prstGeom prst="rect">
            <a:avLst/>
          </a:prstGeom>
        </p:spPr>
      </p:pic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DDA86E5E-25A3-3F67-CD50-99EC06BB20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150" y="1738208"/>
            <a:ext cx="6851650" cy="946413"/>
          </a:xfrm>
        </p:spPr>
        <p:txBody>
          <a:bodyPr lIns="0" tIns="0" rIns="0" bIns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7098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2" userDrawn="1">
          <p15:clr>
            <a:srgbClr val="FBAE40"/>
          </p15:clr>
        </p15:guide>
        <p15:guide id="2" pos="548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- Our Off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6218C31-76D4-1D45-F006-F218F14EA677}"/>
              </a:ext>
            </a:extLst>
          </p:cNvPr>
          <p:cNvGrpSpPr/>
          <p:nvPr userDrawn="1"/>
        </p:nvGrpSpPr>
        <p:grpSpPr>
          <a:xfrm>
            <a:off x="-1" y="-1"/>
            <a:ext cx="9144001" cy="6858001"/>
            <a:chOff x="-1" y="-1"/>
            <a:chExt cx="9144001" cy="685800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790E1B-2313-1384-9A2F-C731F3689EFD}"/>
                </a:ext>
              </a:extLst>
            </p:cNvPr>
            <p:cNvSpPr/>
            <p:nvPr userDrawn="1"/>
          </p:nvSpPr>
          <p:spPr>
            <a:xfrm>
              <a:off x="0" y="0"/>
              <a:ext cx="9144000" cy="6858000"/>
            </a:xfrm>
            <a:prstGeom prst="rect">
              <a:avLst/>
            </a:prstGeom>
            <a:gradFill>
              <a:gsLst>
                <a:gs pos="60000">
                  <a:schemeClr val="accent1"/>
                </a:gs>
                <a:gs pos="100000">
                  <a:srgbClr val="003763"/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47919C1A-9F97-0F54-A04B-235A9634E4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" y="-1"/>
              <a:ext cx="9143999" cy="6857999"/>
            </a:xfrm>
            <a:prstGeom prst="rect">
              <a:avLst/>
            </a:prstGeom>
          </p:spPr>
        </p:pic>
      </p:grpSp>
      <p:pic>
        <p:nvPicPr>
          <p:cNvPr id="8" name="Graphic 7">
            <a:extLst>
              <a:ext uri="{FF2B5EF4-FFF2-40B4-BE49-F238E27FC236}">
                <a16:creationId xmlns:a16="http://schemas.microsoft.com/office/drawing/2014/main" id="{AE98B425-4F66-020B-CF8E-9885A01F9B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44641" y="5238505"/>
            <a:ext cx="1984935" cy="121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402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8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Quote - Her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>
            <a:extLst>
              <a:ext uri="{FF2B5EF4-FFF2-40B4-BE49-F238E27FC236}">
                <a16:creationId xmlns:a16="http://schemas.microsoft.com/office/drawing/2014/main" id="{C2B17A03-AC93-9FD5-C733-8E5E882308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FA797-2C9B-98B6-0D44-604B8BC887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" y="0"/>
            <a:ext cx="9144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F5266F-3013-DB1B-8248-E98BE4575E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3285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E98B425-4F66-020B-CF8E-9885A01F9BC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44641" y="5238505"/>
            <a:ext cx="1984935" cy="1210991"/>
          </a:xfrm>
          <a:prstGeom prst="rect">
            <a:avLst/>
          </a:prstGeom>
        </p:spPr>
      </p:pic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97E05FF6-4348-E3AA-4625-A7069B56C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12" y="433135"/>
            <a:ext cx="6848475" cy="674608"/>
          </a:xfrm>
        </p:spPr>
        <p:txBody>
          <a:bodyPr lIns="0" tIns="0" rIns="0" bIns="0">
            <a:spAutoFit/>
          </a:bodyPr>
          <a:lstStyle>
            <a:lvl1pPr indent="990000">
              <a:lnSpc>
                <a:spcPct val="85000"/>
              </a:lnSpc>
              <a:defRPr sz="5000" b="0" i="0" spc="-60" baseline="0">
                <a:solidFill>
                  <a:schemeClr val="accent2"/>
                </a:solidFill>
                <a:latin typeface="Onest Light" pitchFamily="2" charset="0"/>
              </a:defRPr>
            </a:lvl1pPr>
            <a:lvl2pPr>
              <a:defRPr sz="3000" b="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GB"/>
              <a:t>Click to edit text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CF284-BD80-ABF9-C76D-42EDCD556757}"/>
              </a:ext>
            </a:extLst>
          </p:cNvPr>
          <p:cNvSpPr txBox="1"/>
          <p:nvPr userDrawn="1"/>
        </p:nvSpPr>
        <p:spPr>
          <a:xfrm>
            <a:off x="468714" y="419326"/>
            <a:ext cx="384721" cy="448525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3800" b="0" i="0" kern="1200" spc="-60" baseline="0">
                <a:solidFill>
                  <a:schemeClr val="accent2"/>
                </a:solidFill>
                <a:effectLst/>
                <a:latin typeface="Onest Medium" pitchFamily="2" charset="0"/>
                <a:ea typeface="+mn-ea"/>
                <a:cs typeface="+mn-cs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08887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8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AU"/>
              <a:t>July 2025: to edit, go to 'Insert &gt; Header &amp; Footer'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Document Title: to edit, go to 'Insert &gt; Header &amp; Footer'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455A53-7991-6C43-A624-F19D5D4C80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19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676" r:id="rId2"/>
    <p:sldLayoutId id="2147483703" r:id="rId3"/>
    <p:sldLayoutId id="2147483710" r:id="rId4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lang="en-US" sz="1800" b="1" kern="1200" dirty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lang="en-GB" sz="1100" b="0" i="0" kern="1200" spc="0" baseline="0" dirty="0" smtClean="0">
          <a:solidFill>
            <a:schemeClr val="accent1"/>
          </a:solidFill>
          <a:effectLst/>
          <a:latin typeface="Onest SemiBold" pitchFamily="2" charset="0"/>
          <a:ea typeface="+mn-ea"/>
          <a:cs typeface="+mn-cs"/>
        </a:defRPr>
      </a:lvl1pPr>
      <a:lvl2pPr marL="4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tabLst/>
        <a:defRPr sz="1000" b="1" i="0" kern="1200">
          <a:solidFill>
            <a:schemeClr val="accent1"/>
          </a:solidFill>
          <a:latin typeface="Onest SemiBold" pitchFamily="2" charset="0"/>
          <a:ea typeface="+mn-ea"/>
          <a:cs typeface="+mn-cs"/>
        </a:defRPr>
      </a:lvl2pPr>
      <a:lvl3pPr marL="4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tabLst/>
        <a:defRPr sz="850" b="0" i="0" kern="1200">
          <a:solidFill>
            <a:schemeClr val="bg2">
              <a:lumMod val="50000"/>
            </a:schemeClr>
          </a:solidFill>
          <a:latin typeface="Onest" pitchFamily="2" charset="0"/>
          <a:ea typeface="+mn-ea"/>
          <a:cs typeface="+mn-cs"/>
        </a:defRPr>
      </a:lvl3pPr>
      <a:lvl4pPr marL="134938" indent="-130175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•"/>
        <a:tabLst/>
        <a:defRPr sz="850" b="0" i="0" kern="1200">
          <a:solidFill>
            <a:schemeClr val="bg2">
              <a:lumMod val="50000"/>
            </a:schemeClr>
          </a:solidFill>
          <a:latin typeface="Onest" pitchFamily="2" charset="0"/>
          <a:ea typeface="+mn-ea"/>
          <a:cs typeface="+mn-cs"/>
        </a:defRPr>
      </a:lvl4pPr>
      <a:lvl5pPr marL="269875" indent="-134938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•"/>
        <a:tabLst/>
        <a:defRPr sz="850" b="0" i="0" kern="1200">
          <a:solidFill>
            <a:schemeClr val="bg2">
              <a:lumMod val="50000"/>
            </a:schemeClr>
          </a:solidFill>
          <a:latin typeface="Onest" pitchFamily="2" charset="0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tabLst/>
        <a:defRPr sz="2400" b="0" i="0" kern="1200" spc="-60" baseline="0">
          <a:solidFill>
            <a:schemeClr val="accent1"/>
          </a:solidFill>
          <a:latin typeface="Onest Light" pitchFamily="2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None/>
        <a:tabLst/>
        <a:defRPr sz="58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605453-D2FA-F00B-1300-87083B4E8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AU" b="1" dirty="0"/>
              <a:t>Generated by Alceon AI</a:t>
            </a:r>
            <a:endParaRPr lang="en-US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65220-E356-C987-03A9-E30DE0E0ED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5540C-6BD7-BF0E-BD06-98829B189C4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B49B9C-F51A-5254-A1C3-4AF21DF1EC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037" y="3537242"/>
            <a:ext cx="2664811" cy="236843"/>
          </a:xfr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3651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0480F-5021-4A8D-BA46-4E6EB4398D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D86D38-5572-575B-F69F-965E7C61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750"/>
              <a:t>  </a:t>
            </a:r>
            <a:r>
              <a:rPr lang="en-US" sz="900" b="0"/>
              <a:t>/</a:t>
            </a:r>
            <a:r>
              <a:rPr lang="en-US" sz="750"/>
              <a:t>      </a:t>
            </a:r>
            <a:fld id="{96455A53-7991-6C43-A624-F19D5D4C804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C988C4-8443-99C7-2A2C-5EF7312081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3939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CA683A4-4A82-9BE1-B31E-A3D92B094AE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6214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915059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Alceon_PPT-theme">
  <a:themeElements>
    <a:clrScheme name="Alceon">
      <a:dk1>
        <a:srgbClr val="323232"/>
      </a:dk1>
      <a:lt1>
        <a:srgbClr val="FFFFFF"/>
      </a:lt1>
      <a:dk2>
        <a:srgbClr val="003763"/>
      </a:dk2>
      <a:lt2>
        <a:srgbClr val="E6E6E6"/>
      </a:lt2>
      <a:accent1>
        <a:srgbClr val="00457C"/>
      </a:accent1>
      <a:accent2>
        <a:srgbClr val="009DE6"/>
      </a:accent2>
      <a:accent3>
        <a:srgbClr val="E4CEA2"/>
      </a:accent3>
      <a:accent4>
        <a:srgbClr val="B07D3D"/>
      </a:accent4>
      <a:accent5>
        <a:srgbClr val="6961FF"/>
      </a:accent5>
      <a:accent6>
        <a:srgbClr val="7049A7"/>
      </a:accent6>
      <a:hlink>
        <a:srgbClr val="155CD5"/>
      </a:hlink>
      <a:folHlink>
        <a:srgbClr val="7049A7"/>
      </a:folHlink>
    </a:clrScheme>
    <a:fontScheme name="Alceon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Custom Color 1">
      <a:srgbClr val="CCCCCC"/>
    </a:custClr>
    <a:custClr name="Custom Color 2">
      <a:srgbClr val="F2704D"/>
    </a:custClr>
    <a:custClr name="Custom Color 3">
      <a:srgbClr val="003763"/>
    </a:custClr>
    <a:custClr name="Custom Color 4">
      <a:srgbClr val="155CD5"/>
    </a:custClr>
    <a:custClr name="Custom Color 5">
      <a:srgbClr val="E6E6E6"/>
    </a:custClr>
  </a:custClrLst>
  <a:extLst>
    <a:ext uri="{05A4C25C-085E-4340-85A3-A5531E510DB2}">
      <thm15:themeFamily xmlns:thm15="http://schemas.microsoft.com/office/thememl/2012/main" name="Alceon Internal Template.pptx" id="{F6371A0E-05FA-49E7-9AA5-35166A3E7B6F}" vid="{765A065D-AA27-4F7A-8F84-546AE0C846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afb849-e0e4-40c2-96e2-d0bc8918a64f" xsi:nil="true"/>
    <lcf76f155ced4ddcb4097134ff3c332f xmlns="e7763fba-4290-4359-bfcd-b26765f321a5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DD34008FEB9A49BBFCD2726103565C" ma:contentTypeVersion="12" ma:contentTypeDescription="Create a new document." ma:contentTypeScope="" ma:versionID="424d39110967349f7b3a16ea10ac4af2">
  <xsd:schema xmlns:xsd="http://www.w3.org/2001/XMLSchema" xmlns:xs="http://www.w3.org/2001/XMLSchema" xmlns:p="http://schemas.microsoft.com/office/2006/metadata/properties" xmlns:ns2="e7763fba-4290-4359-bfcd-b26765f321a5" xmlns:ns3="adafb849-e0e4-40c2-96e2-d0bc8918a64f" targetNamespace="http://schemas.microsoft.com/office/2006/metadata/properties" ma:root="true" ma:fieldsID="abefbe14803ed2fc9c4b263f5df58fb1" ns2:_="" ns3:_="">
    <xsd:import namespace="e7763fba-4290-4359-bfcd-b26765f321a5"/>
    <xsd:import namespace="adafb849-e0e4-40c2-96e2-d0bc8918a64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763fba-4290-4359-bfcd-b26765f321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fbfec69-58a0-499a-a525-873303281e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afb849-e0e4-40c2-96e2-d0bc8918a64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8b53498-577d-4155-993a-b9b804351927}" ma:internalName="TaxCatchAll" ma:showField="CatchAllData" ma:web="adafb849-e0e4-40c2-96e2-d0bc8918a64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7D2A2D3-BEBB-4817-BBC5-408F9E48834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FEF904A-F767-44D7-A66D-3373678D48B6}">
  <ds:schemaRefs>
    <ds:schemaRef ds:uri="35d6598b-d0e0-49ee-87c4-001cac5c020c"/>
    <ds:schemaRef ds:uri="d5c13d2f-4140-4200-8996-35030bd1cc7f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85344F20-4B7F-421B-8BB4-E7AB3609A5F9}"/>
</file>

<file path=docProps/app.xml><?xml version="1.0" encoding="utf-8"?>
<Properties xmlns="http://schemas.openxmlformats.org/officeDocument/2006/extended-properties" xmlns:vt="http://schemas.openxmlformats.org/officeDocument/2006/docPropsVTypes">
  <Template>Alceon Internal Template</Template>
  <TotalTime>17</TotalTime>
  <Words>7</Words>
  <Application>Microsoft Office PowerPoint</Application>
  <PresentationFormat>On-screen Show (4:3)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Onest</vt:lpstr>
      <vt:lpstr>Arial</vt:lpstr>
      <vt:lpstr>Onest SemiBold</vt:lpstr>
      <vt:lpstr>Onest Light</vt:lpstr>
      <vt:lpstr>Onest Medium</vt:lpstr>
      <vt:lpstr>Alceon_PPT-theme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Jollow</dc:creator>
  <cp:lastModifiedBy>Joel Deakin</cp:lastModifiedBy>
  <cp:revision>5</cp:revision>
  <dcterms:created xsi:type="dcterms:W3CDTF">2025-11-06T23:48:05Z</dcterms:created>
  <dcterms:modified xsi:type="dcterms:W3CDTF">2026-02-18T04:05:00Z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0x0101008EDD34008FEB9A49BBFCD2726103565C</vt:lpwstr>
  </property>
  <property fmtid="{D5CDD505-2E9C-101B-9397-08002B2CF9AE}" pid="3" name="MediaServiceImageTags">
    <vt:lpwstr/>
  </property>
</Properties>
</file>
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</p:sldMasterIdLst>
  <p:notesMasterIdLst>
    <p:notesMasterId r:id="rId8"/>
  </p:notesMasterIdLst>
  <p:sldIdLst>
    <p:sldId id="302" r:id="rId5"/>
    <p:sldId id="311" r:id="rId6"/>
    <p:sldId id="286" r:id="rId7"/>
  </p:sldIdLst>
  <p:sldSz cx="9144000" cy="6858000" type="screen4x3"/>
  <p:notesSz cx="6858000" cy="9144000"/>
  <p:embeddedFontLst>
    <p:embeddedFont>
      <p:font typeface="Onest" pitchFamily="2" charset="0"/>
      <p:regular r:id="rId9"/>
      <p:bold r:id="rId10"/>
    </p:embeddedFont>
    <p:embeddedFont>
      <p:font typeface="Onest Light" pitchFamily="2" charset="0"/>
      <p:regular r:id="rId11"/>
    </p:embeddedFont>
    <p:embeddedFont>
      <p:font typeface="Onest Medium" pitchFamily="2" charset="0"/>
      <p:regular r:id="rId12"/>
    </p:embeddedFont>
    <p:embeddedFont>
      <p:font typeface="Onest SemiBold" pitchFamily="2" charset="0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ernal" id="{620F5E67-0D7A-4542-A02C-EAAFE180591D}">
          <p14:sldIdLst>
            <p14:sldId id="302"/>
            <p14:sldId id="311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51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nest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nest" pitchFamily="2" charset="0"/>
              </a:defRPr>
            </a:lvl1pPr>
          </a:lstStyle>
          <a:p>
            <a:fld id="{DD0866D4-16D5-F34D-963F-9B1876AAA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nest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nest" pitchFamily="2" charset="0"/>
              </a:defRPr>
            </a:lvl1pPr>
          </a:lstStyle>
          <a:p>
            <a:fld id="{0DBA3C2C-4ED5-5545-89DF-168795CED4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0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nest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Onest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Onest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Onest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Onest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89B59189-F07E-FB43-D577-DBA660A522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3FBDE-924D-6019-F7D4-5A801E8C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5037" y="396630"/>
            <a:ext cx="3892031" cy="153888"/>
          </a:xfrm>
        </p:spPr>
        <p:txBody>
          <a:bodyPr wrap="square" lIns="0" tIns="0" rIns="0" bIns="0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AU"/>
              <a:t>July 2025: to edit, go to 'Insert &gt; Header &amp; Footer'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98B425-4F66-020B-CF8E-9885A01F9B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4641" y="5238505"/>
            <a:ext cx="1984935" cy="12109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F11CD8-CCEE-D53F-3487-1F97DB21F759}"/>
              </a:ext>
            </a:extLst>
          </p:cNvPr>
          <p:cNvSpPr txBox="1"/>
          <p:nvPr userDrawn="1"/>
        </p:nvSpPr>
        <p:spPr>
          <a:xfrm>
            <a:off x="452487" y="396630"/>
            <a:ext cx="26171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8CE3D56-FC9A-E4C3-1EF8-D51E3BF9BC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5464" y="396630"/>
            <a:ext cx="3576049" cy="123111"/>
          </a:xfrm>
        </p:spPr>
        <p:txBody>
          <a:bodyPr wrap="square" lIns="0" tIns="0" rIns="0" bIns="0">
            <a:spAutoFit/>
          </a:bodyPr>
          <a:lstStyle>
            <a:lvl1pPr algn="r">
              <a:defRPr sz="800" b="1" i="0">
                <a:solidFill>
                  <a:schemeClr val="bg1"/>
                </a:solidFill>
                <a:latin typeface="Onest SemiBold" pitchFamily="2" charset="0"/>
              </a:defRPr>
            </a:lvl1pPr>
          </a:lstStyle>
          <a:p>
            <a:pPr lvl="0"/>
            <a:r>
              <a:rPr lang="en-GB"/>
              <a:t>CLICK TO EDIT DESCRIPTOR</a:t>
            </a:r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BCBD518-DBF8-F114-94F9-27A9573306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5038" y="1910943"/>
            <a:ext cx="6848475" cy="1046440"/>
          </a:xfrm>
        </p:spPr>
        <p:txBody>
          <a:bodyPr lIns="0" tIns="0" rIns="0" bIns="0">
            <a:spAutoFit/>
          </a:bodyPr>
          <a:lstStyle>
            <a:lvl1pPr>
              <a:lnSpc>
                <a:spcPct val="75000"/>
              </a:lnSpc>
              <a:defRPr sz="4400" b="1" i="0" spc="-60" baseline="0">
                <a:solidFill>
                  <a:schemeClr val="bg1"/>
                </a:solidFill>
                <a:latin typeface="+mj-lt"/>
              </a:defRPr>
            </a:lvl1pPr>
            <a:lvl2pPr marL="0">
              <a:lnSpc>
                <a:spcPct val="85000"/>
              </a:lnSpc>
              <a:spcBef>
                <a:spcPts val="1000"/>
              </a:spcBef>
              <a:defRPr sz="3000" b="0" i="0" spc="-60" baseline="0">
                <a:solidFill>
                  <a:schemeClr val="bg1"/>
                </a:solidFill>
                <a:latin typeface="Onest" pitchFamily="2" charset="0"/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title</a:t>
            </a:r>
          </a:p>
          <a:p>
            <a:pPr lvl="1"/>
            <a:r>
              <a:rPr lang="en-GB"/>
              <a:t>Click to add subtitle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CEF403E-D597-CE34-0E69-9BE5FCC267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5038" y="3537242"/>
            <a:ext cx="1331672" cy="236843"/>
          </a:xfrm>
          <a:prstGeom prst="roundRect">
            <a:avLst>
              <a:gd name="adj" fmla="val 50000"/>
            </a:avLst>
          </a:prstGeom>
          <a:ln w="12700">
            <a:solidFill>
              <a:schemeClr val="bg1"/>
            </a:solidFill>
          </a:ln>
        </p:spPr>
        <p:txBody>
          <a:bodyPr wrap="none" lIns="144000" tIns="7200" rIns="144000" bIns="7200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14724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10">
            <a:extLst>
              <a:ext uri="{FF2B5EF4-FFF2-40B4-BE49-F238E27FC236}">
                <a16:creationId xmlns:a16="http://schemas.microsoft.com/office/drawing/2014/main" id="{154AC9BC-A760-A196-5392-68D4D3DCDEFC}"/>
              </a:ext>
            </a:extLst>
          </p:cNvPr>
          <p:cNvSpPr/>
          <p:nvPr/>
        </p:nvSpPr>
        <p:spPr>
          <a:xfrm>
            <a:off x="-9437" y="0"/>
            <a:ext cx="7445027" cy="1296082"/>
          </a:xfrm>
          <a:custGeom>
            <a:avLst/>
            <a:gdLst>
              <a:gd name="connsiteX0" fmla="*/ 0 w 7445027"/>
              <a:gd name="connsiteY0" fmla="*/ 0 h 1296082"/>
              <a:gd name="connsiteX1" fmla="*/ 0 w 7445027"/>
              <a:gd name="connsiteY1" fmla="*/ 1296011 h 1296082"/>
              <a:gd name="connsiteX2" fmla="*/ 5565342 w 7445027"/>
              <a:gd name="connsiteY2" fmla="*/ 1296011 h 1296082"/>
              <a:gd name="connsiteX3" fmla="*/ 6546559 w 7445027"/>
              <a:gd name="connsiteY3" fmla="*/ 1049363 h 1296082"/>
              <a:gd name="connsiteX4" fmla="*/ 7392444 w 7445027"/>
              <a:gd name="connsiteY4" fmla="*/ 130050 h 1296082"/>
              <a:gd name="connsiteX5" fmla="*/ 7445028 w 7445027"/>
              <a:gd name="connsiteY5" fmla="*/ 0 h 1296082"/>
              <a:gd name="connsiteX6" fmla="*/ 0 w 7445027"/>
              <a:gd name="connsiteY6" fmla="*/ 0 h 1296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45027" h="1296082">
                <a:moveTo>
                  <a:pt x="0" y="0"/>
                </a:moveTo>
                <a:lnTo>
                  <a:pt x="0" y="1296011"/>
                </a:lnTo>
                <a:lnTo>
                  <a:pt x="5565342" y="1296011"/>
                </a:lnTo>
                <a:cubicBezTo>
                  <a:pt x="5700674" y="1296011"/>
                  <a:pt x="6084150" y="1307219"/>
                  <a:pt x="6546559" y="1049363"/>
                </a:cubicBezTo>
                <a:cubicBezTo>
                  <a:pt x="6852846" y="878579"/>
                  <a:pt x="7234549" y="500016"/>
                  <a:pt x="7392444" y="130050"/>
                </a:cubicBezTo>
                <a:cubicBezTo>
                  <a:pt x="7402800" y="105797"/>
                  <a:pt x="7420693" y="61462"/>
                  <a:pt x="7445028" y="0"/>
                </a:cubicBez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25000">
                <a:schemeClr val="bg2"/>
              </a:gs>
              <a:gs pos="99000">
                <a:schemeClr val="bg2">
                  <a:alpha val="5257"/>
                </a:schemeClr>
              </a:gs>
            </a:gsLst>
            <a:lin ang="1800000" scaled="0"/>
            <a:tileRect/>
          </a:gradFill>
          <a:ln w="127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800" y="442126"/>
            <a:ext cx="6188400" cy="547072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4" y="6431777"/>
            <a:ext cx="1043776" cy="161583"/>
          </a:xfrm>
        </p:spPr>
        <p:txBody>
          <a:bodyPr wrap="square" lIns="0" tIns="0" rIns="0" bIns="0" anchor="b" anchorCtr="0">
            <a:spAutoFit/>
          </a:bodyPr>
          <a:lstStyle>
            <a:lvl1pPr>
              <a:defRPr sz="1050" b="1"/>
            </a:lvl1pPr>
          </a:lstStyle>
          <a:p>
            <a:r>
              <a:rPr lang="en-US" sz="750"/>
              <a:t>  </a:t>
            </a:r>
            <a:r>
              <a:rPr lang="en-US" sz="900" b="0"/>
              <a:t>/</a:t>
            </a:r>
            <a:r>
              <a:rPr lang="en-US" sz="750"/>
              <a:t>      </a:t>
            </a:r>
            <a:fld id="{96455A53-7991-6C43-A624-F19D5D4C80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049D427-CD3B-96FB-A4F8-1C7040E69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205" y="238901"/>
            <a:ext cx="1393221" cy="849993"/>
          </a:xfrm>
          <a:prstGeom prst="rect">
            <a:avLst/>
          </a:prstGeom>
        </p:spPr>
      </p:pic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DDA86E5E-25A3-3F67-CD50-99EC06BB20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150" y="1738208"/>
            <a:ext cx="6851650" cy="946413"/>
          </a:xfrm>
        </p:spPr>
        <p:txBody>
          <a:bodyPr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7098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" userDrawn="1">
          <p15:clr>
            <a:srgbClr val="FBAE40"/>
          </p15:clr>
        </p15:guide>
        <p15:guide id="2" pos="54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s -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800" y="442126"/>
            <a:ext cx="6858000" cy="547072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4" y="6431777"/>
            <a:ext cx="1043776" cy="161583"/>
          </a:xfrm>
        </p:spPr>
        <p:txBody>
          <a:bodyPr wrap="square" lIns="0" tIns="0" rIns="0" bIns="0" anchor="b" anchorCtr="0">
            <a:spAutoFit/>
          </a:bodyPr>
          <a:lstStyle>
            <a:lvl1pPr>
              <a:defRPr sz="1050" b="1"/>
            </a:lvl1pPr>
          </a:lstStyle>
          <a:p>
            <a:r>
              <a:rPr lang="en-US" sz="750"/>
              <a:t>  </a:t>
            </a:r>
            <a:r>
              <a:rPr lang="en-US" sz="900" b="0"/>
              <a:t>/</a:t>
            </a:r>
            <a:r>
              <a:rPr lang="en-US" sz="750"/>
              <a:t>      </a:t>
            </a:r>
            <a:fld id="{96455A53-7991-6C43-A624-F19D5D4C80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049D427-CD3B-96FB-A4F8-1C7040E69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205" y="238901"/>
            <a:ext cx="1393221" cy="849993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A1EFA8-4E9C-3371-DF41-672D54191FD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694504"/>
            <a:ext cx="9144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icture Placeholder 16">
            <a:extLst>
              <a:ext uri="{FF2B5EF4-FFF2-40B4-BE49-F238E27FC236}">
                <a16:creationId xmlns:a16="http://schemas.microsoft.com/office/drawing/2014/main" id="{050E62B3-E849-09D3-E637-4C6D2CE4AFF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26367" y="1573050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40C64E-F2D9-45E8-5076-E049102E363B}"/>
              </a:ext>
            </a:extLst>
          </p:cNvPr>
          <p:cNvCxnSpPr>
            <a:cxnSpLocks/>
          </p:cNvCxnSpPr>
          <p:nvPr userDrawn="1"/>
        </p:nvCxnSpPr>
        <p:spPr>
          <a:xfrm>
            <a:off x="5973697" y="1414764"/>
            <a:ext cx="0" cy="127974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9149B62D-50C4-CBD3-C357-E990B01E1C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912" y="6481691"/>
            <a:ext cx="5908943" cy="89255"/>
          </a:xfrm>
        </p:spPr>
        <p:txBody>
          <a:bodyPr wrap="square" lIns="0" tIns="0" rIns="0" bIns="0" numCol="1" anchor="b" anchorCtr="0">
            <a:spAutoFit/>
          </a:bodyPr>
          <a:lstStyle>
            <a:lvl1pPr>
              <a:spcBef>
                <a:spcPts val="300"/>
              </a:spcBef>
              <a:defRPr sz="58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/>
              <a:t>Click to add disclaimer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FD71CEB-5463-700F-62B7-223434F195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8684" y="2097915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1" i="0">
                <a:solidFill>
                  <a:schemeClr val="accent1"/>
                </a:solidFill>
                <a:latin typeface="Onest SemiBold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3780DFBB-1C61-37F1-D900-6817442402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684" y="1689452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DCDA11F-29DA-169C-971B-2930FBE06F65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02225" y="1573050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2CD2E7A3-488C-F1A4-FB04-315CEC20A87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4542" y="2097915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1" i="0">
                <a:solidFill>
                  <a:schemeClr val="accent1"/>
                </a:solidFill>
                <a:latin typeface="Onest SemiBold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BB5E6332-09D9-AC75-187B-3E1125611E2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04542" y="1689452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05C2AE07-D3CD-4EF1-3DC0-3E64386170E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194121" y="1573050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999FEE6-6DB4-28F6-CD45-DAC1F62C17A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96438" y="2097915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1" i="0">
                <a:solidFill>
                  <a:schemeClr val="accent1"/>
                </a:solidFill>
                <a:latin typeface="Onest SemiBold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612B424B-E1AF-0C02-ACDC-5C9ED39B740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896438" y="1689452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76A038-CFD1-0862-5BFE-61756339F782}"/>
              </a:ext>
            </a:extLst>
          </p:cNvPr>
          <p:cNvCxnSpPr>
            <a:cxnSpLocks/>
          </p:cNvCxnSpPr>
          <p:nvPr userDrawn="1"/>
        </p:nvCxnSpPr>
        <p:spPr>
          <a:xfrm>
            <a:off x="3169556" y="1414764"/>
            <a:ext cx="0" cy="127974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F22F0-8E15-4523-4AEE-B9F35B7623FF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694504"/>
            <a:ext cx="0" cy="3024554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35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" userDrawn="1">
          <p15:clr>
            <a:srgbClr val="FBAE40"/>
          </p15:clr>
        </p15:guide>
        <p15:guide id="2" pos="54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800" y="442126"/>
            <a:ext cx="6858000" cy="547072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4" y="6431777"/>
            <a:ext cx="1043776" cy="161583"/>
          </a:xfrm>
        </p:spPr>
        <p:txBody>
          <a:bodyPr wrap="square" lIns="0" tIns="0" rIns="0" bIns="0" anchor="b" anchorCtr="0">
            <a:spAutoFit/>
          </a:bodyPr>
          <a:lstStyle>
            <a:lvl1pPr>
              <a:defRPr sz="1050" b="1"/>
            </a:lvl1pPr>
          </a:lstStyle>
          <a:p>
            <a:r>
              <a:rPr lang="en-US" sz="750"/>
              <a:t>  </a:t>
            </a:r>
            <a:r>
              <a:rPr lang="en-US" sz="900" b="0"/>
              <a:t>/</a:t>
            </a:r>
            <a:r>
              <a:rPr lang="en-US" sz="750"/>
              <a:t>      </a:t>
            </a:r>
            <a:fld id="{96455A53-7991-6C43-A624-F19D5D4C80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049D427-CD3B-96FB-A4F8-1C7040E69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205" y="238901"/>
            <a:ext cx="1393221" cy="84999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9FD10D-FF58-5F1E-5F42-21DA3810B22C}"/>
              </a:ext>
            </a:extLst>
          </p:cNvPr>
          <p:cNvCxnSpPr>
            <a:cxnSpLocks/>
          </p:cNvCxnSpPr>
          <p:nvPr userDrawn="1"/>
        </p:nvCxnSpPr>
        <p:spPr>
          <a:xfrm>
            <a:off x="2506663" y="1414764"/>
            <a:ext cx="0" cy="391763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83EF02A-4014-0E42-2665-5BB12CCEC1A8}"/>
              </a:ext>
            </a:extLst>
          </p:cNvPr>
          <p:cNvCxnSpPr>
            <a:cxnSpLocks/>
          </p:cNvCxnSpPr>
          <p:nvPr userDrawn="1"/>
        </p:nvCxnSpPr>
        <p:spPr>
          <a:xfrm>
            <a:off x="4572000" y="1414764"/>
            <a:ext cx="0" cy="391763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7EB06A0-0BEE-0E58-462D-FAA3AE92348E}"/>
              </a:ext>
            </a:extLst>
          </p:cNvPr>
          <p:cNvCxnSpPr>
            <a:cxnSpLocks/>
          </p:cNvCxnSpPr>
          <p:nvPr userDrawn="1"/>
        </p:nvCxnSpPr>
        <p:spPr>
          <a:xfrm>
            <a:off x="6643689" y="1414764"/>
            <a:ext cx="0" cy="391763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A1EFA8-4E9C-3371-DF41-672D54191F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38501" y="3424187"/>
            <a:ext cx="9182501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890EF52E-FCE9-7600-D0FC-A4F5AC5572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187" y="259432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0CFB38B7-48A3-8C94-5AF5-839F4DBA9C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187" y="2212918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33" name="Picture Placeholder 16">
            <a:extLst>
              <a:ext uri="{FF2B5EF4-FFF2-40B4-BE49-F238E27FC236}">
                <a16:creationId xmlns:a16="http://schemas.microsoft.com/office/drawing/2014/main" id="{050E62B3-E849-09D3-E637-4C6D2CE4AFF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5187" y="1419020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395F6B7C-BEB7-23ED-F7A1-9510C3D745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33389" y="259432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9690A62D-B764-A45F-2DF8-2FD3A0D36E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33389" y="2212918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36" name="Picture Placeholder 16">
            <a:extLst>
              <a:ext uri="{FF2B5EF4-FFF2-40B4-BE49-F238E27FC236}">
                <a16:creationId xmlns:a16="http://schemas.microsoft.com/office/drawing/2014/main" id="{1B71B6C6-4F48-7D6C-3A3D-AB602FA1565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730208" y="1419020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4A23A1B8-F1DA-A46C-664C-1DA079747E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99732" y="259432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6133FA2F-BCEC-C9AC-B36B-44468F0F13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99732" y="2212918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39" name="Picture Placeholder 16">
            <a:extLst>
              <a:ext uri="{FF2B5EF4-FFF2-40B4-BE49-F238E27FC236}">
                <a16:creationId xmlns:a16="http://schemas.microsoft.com/office/drawing/2014/main" id="{A8FD3F19-6544-8F8D-6BDE-DE59B98D03B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799732" y="1419020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1F2DA11E-CDEB-3838-27A9-B180A995328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65070" y="259432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8B6F4BF7-BABF-F9A0-7A52-07F7AFD295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65070" y="2212918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42" name="Picture Placeholder 16">
            <a:extLst>
              <a:ext uri="{FF2B5EF4-FFF2-40B4-BE49-F238E27FC236}">
                <a16:creationId xmlns:a16="http://schemas.microsoft.com/office/drawing/2014/main" id="{987D2AC1-5CD2-2E79-ADEB-034B006A67D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865070" y="1419020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54" name="Text Placeholder 23">
            <a:extLst>
              <a:ext uri="{FF2B5EF4-FFF2-40B4-BE49-F238E27FC236}">
                <a16:creationId xmlns:a16="http://schemas.microsoft.com/office/drawing/2014/main" id="{4AEB7EB9-E700-2177-1C16-6AEF1AC9A2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5187" y="4851450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55" name="Text Placeholder 23">
            <a:extLst>
              <a:ext uri="{FF2B5EF4-FFF2-40B4-BE49-F238E27FC236}">
                <a16:creationId xmlns:a16="http://schemas.microsoft.com/office/drawing/2014/main" id="{2773FD72-FF47-C650-8D5B-DDF5208D918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5187" y="4470042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56" name="Picture Placeholder 16">
            <a:extLst>
              <a:ext uri="{FF2B5EF4-FFF2-40B4-BE49-F238E27FC236}">
                <a16:creationId xmlns:a16="http://schemas.microsoft.com/office/drawing/2014/main" id="{6E066849-4F8D-F875-CC99-AEDEDE87AA6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55187" y="3676144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57" name="Text Placeholder 23">
            <a:extLst>
              <a:ext uri="{FF2B5EF4-FFF2-40B4-BE49-F238E27FC236}">
                <a16:creationId xmlns:a16="http://schemas.microsoft.com/office/drawing/2014/main" id="{3EBCFF4A-0066-C159-D43E-E19061C92C7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733389" y="4851450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58" name="Text Placeholder 23">
            <a:extLst>
              <a:ext uri="{FF2B5EF4-FFF2-40B4-BE49-F238E27FC236}">
                <a16:creationId xmlns:a16="http://schemas.microsoft.com/office/drawing/2014/main" id="{51582B15-8E06-F19C-5000-6A671304DD0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733389" y="4470042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59" name="Picture Placeholder 16">
            <a:extLst>
              <a:ext uri="{FF2B5EF4-FFF2-40B4-BE49-F238E27FC236}">
                <a16:creationId xmlns:a16="http://schemas.microsoft.com/office/drawing/2014/main" id="{BB8B5DC3-9DA9-81B3-7AB5-FC92DC55EE0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730208" y="3676144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8F0555B0-5B88-72CD-D723-5E1A6D5DB88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99732" y="4851450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9D03963C-9ECB-CF14-1AA3-1C71348E56D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99732" y="4470042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62" name="Picture Placeholder 16">
            <a:extLst>
              <a:ext uri="{FF2B5EF4-FFF2-40B4-BE49-F238E27FC236}">
                <a16:creationId xmlns:a16="http://schemas.microsoft.com/office/drawing/2014/main" id="{3FA88D15-8E5A-A741-B88B-AACCCA89F59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799732" y="3676144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63" name="Text Placeholder 23">
            <a:extLst>
              <a:ext uri="{FF2B5EF4-FFF2-40B4-BE49-F238E27FC236}">
                <a16:creationId xmlns:a16="http://schemas.microsoft.com/office/drawing/2014/main" id="{D19D9B1C-9244-0193-BAE3-D4D1D012C72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65070" y="4851450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64" name="Text Placeholder 23">
            <a:extLst>
              <a:ext uri="{FF2B5EF4-FFF2-40B4-BE49-F238E27FC236}">
                <a16:creationId xmlns:a16="http://schemas.microsoft.com/office/drawing/2014/main" id="{733767AE-7E61-AED3-5E0D-BD9C6A6214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65070" y="4470042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accent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65" name="Picture Placeholder 16">
            <a:extLst>
              <a:ext uri="{FF2B5EF4-FFF2-40B4-BE49-F238E27FC236}">
                <a16:creationId xmlns:a16="http://schemas.microsoft.com/office/drawing/2014/main" id="{3FECB7F7-925E-64A1-3C5F-CD988F29E8DD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6865070" y="3676144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latin typeface="Onest" pitchFamily="2" charset="0"/>
              </a:defRPr>
            </a:lvl1pPr>
          </a:lstStyle>
          <a:p>
            <a:r>
              <a:rPr lang="en-AU"/>
              <a:t>icon</a:t>
            </a:r>
          </a:p>
        </p:txBody>
      </p:sp>
      <p:sp>
        <p:nvSpPr>
          <p:cNvPr id="66" name="Text Placeholder 23">
            <a:extLst>
              <a:ext uri="{FF2B5EF4-FFF2-40B4-BE49-F238E27FC236}">
                <a16:creationId xmlns:a16="http://schemas.microsoft.com/office/drawing/2014/main" id="{868CE8D5-5914-5503-9289-505418375E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912" y="6481691"/>
            <a:ext cx="5908943" cy="89255"/>
          </a:xfrm>
        </p:spPr>
        <p:txBody>
          <a:bodyPr wrap="square" lIns="0" tIns="0" rIns="0" bIns="0" numCol="1" anchor="b" anchorCtr="0">
            <a:spAutoFit/>
          </a:bodyPr>
          <a:lstStyle>
            <a:lvl1pPr>
              <a:spcBef>
                <a:spcPts val="300"/>
              </a:spcBef>
              <a:defRPr sz="58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/>
              <a:t>Click to add disclaimer</a:t>
            </a:r>
          </a:p>
        </p:txBody>
      </p:sp>
    </p:spTree>
    <p:extLst>
      <p:ext uri="{BB962C8B-B14F-4D97-AF65-F5344CB8AC3E}">
        <p14:creationId xmlns:p14="http://schemas.microsoft.com/office/powerpoint/2010/main" val="46933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" userDrawn="1">
          <p15:clr>
            <a:srgbClr val="FBAE40"/>
          </p15:clr>
        </p15:guide>
        <p15:guide id="2" pos="54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 Focu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800" y="442126"/>
            <a:ext cx="6858000" cy="547072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4" y="6431777"/>
            <a:ext cx="1043776" cy="161583"/>
          </a:xfrm>
        </p:spPr>
        <p:txBody>
          <a:bodyPr wrap="square" lIns="0" tIns="0" rIns="0" bIns="0" anchor="b" anchorCtr="0">
            <a:spAutoFit/>
          </a:bodyPr>
          <a:lstStyle>
            <a:lvl1pPr>
              <a:defRPr sz="1050" b="1"/>
            </a:lvl1pPr>
          </a:lstStyle>
          <a:p>
            <a:r>
              <a:rPr lang="en-US" sz="750"/>
              <a:t>  </a:t>
            </a:r>
            <a:r>
              <a:rPr lang="en-US" sz="900" b="0"/>
              <a:t>/</a:t>
            </a:r>
            <a:r>
              <a:rPr lang="en-US" sz="750"/>
              <a:t>      </a:t>
            </a:r>
            <a:fld id="{96455A53-7991-6C43-A624-F19D5D4C80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049D427-CD3B-96FB-A4F8-1C7040E69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205" y="238901"/>
            <a:ext cx="1393221" cy="849993"/>
          </a:xfrm>
          <a:prstGeom prst="rect">
            <a:avLst/>
          </a:prstGeom>
        </p:spPr>
      </p:pic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9149B62D-50C4-CBD3-C357-E990B01E1C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912" y="6481691"/>
            <a:ext cx="5908943" cy="89255"/>
          </a:xfrm>
        </p:spPr>
        <p:txBody>
          <a:bodyPr wrap="square" lIns="0" tIns="0" rIns="0" bIns="0" numCol="1" anchor="b" anchorCtr="0">
            <a:spAutoFit/>
          </a:bodyPr>
          <a:lstStyle>
            <a:lvl1pPr>
              <a:spcBef>
                <a:spcPts val="300"/>
              </a:spcBef>
              <a:defRPr sz="58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/>
              <a:t>Click to add disclaimer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77F2DB2-7D8C-DCB0-7890-8178133A0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8150" y="1414764"/>
            <a:ext cx="6851650" cy="946413"/>
          </a:xfrm>
        </p:spPr>
        <p:txBody>
          <a:bodyPr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9F1CF1-5DF3-DBAF-ADA5-147ACA62A2E5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180492"/>
            <a:ext cx="0" cy="3397889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E2963F-A29B-73BE-8E5E-F71DAA24B8A5}"/>
              </a:ext>
            </a:extLst>
          </p:cNvPr>
          <p:cNvCxnSpPr>
            <a:cxnSpLocks/>
          </p:cNvCxnSpPr>
          <p:nvPr userDrawn="1"/>
        </p:nvCxnSpPr>
        <p:spPr>
          <a:xfrm flipH="1">
            <a:off x="-38501" y="3938199"/>
            <a:ext cx="9182501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D85C315-CC7C-D1F1-0915-7BED8C82C6A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558267" y="2210130"/>
            <a:ext cx="2775656" cy="946413"/>
          </a:xfr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154274E5-D7DE-EDB4-8097-85B08F5A86D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49912" y="2170833"/>
            <a:ext cx="972000" cy="972000"/>
          </a:xfrm>
          <a:prstGeom prst="ellipse">
            <a:avLst/>
          </a:prstGeom>
          <a:ln w="12700">
            <a:solidFill>
              <a:srgbClr val="155CD5"/>
            </a:solidFill>
          </a:ln>
        </p:spPr>
        <p:txBody>
          <a:bodyPr wrap="square" lIns="0" tIns="0" rIns="0" bIns="0" anchor="ctr">
            <a:noAutofit/>
          </a:bodyPr>
          <a:lstStyle>
            <a:lvl1pPr algn="ctr">
              <a:defRPr sz="1000">
                <a:solidFill>
                  <a:srgbClr val="155CD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E69A8ED-AFAE-9BCC-97AF-7024A6E39CF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940894" y="2210130"/>
            <a:ext cx="2775656" cy="946413"/>
          </a:xfr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F00AA41B-E5BC-423B-1E1E-B063AF3A340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832539" y="2170833"/>
            <a:ext cx="972000" cy="972000"/>
          </a:xfrm>
          <a:prstGeom prst="ellipse">
            <a:avLst/>
          </a:prstGeom>
          <a:ln w="12700">
            <a:solidFill>
              <a:schemeClr val="accent2"/>
            </a:solidFill>
          </a:ln>
        </p:spPr>
        <p:txBody>
          <a:bodyPr wrap="square" lIns="0" tIns="0" rIns="0" bIns="0" anchor="ctr">
            <a:noAutofit/>
          </a:bodyPr>
          <a:lstStyle>
            <a:lvl1pPr algn="ctr">
              <a:defRPr sz="1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88B91D2E-D5C5-4EDC-BC5B-D972066FBA4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558267" y="4239124"/>
            <a:ext cx="2775656" cy="946413"/>
          </a:xfr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3D367612-7AE5-FDE7-CBAF-143F94B38FD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49912" y="4199827"/>
            <a:ext cx="972000" cy="972000"/>
          </a:xfrm>
          <a:prstGeom prst="ellipse">
            <a:avLst/>
          </a:prstGeom>
          <a:ln w="12700">
            <a:solidFill>
              <a:schemeClr val="accent6"/>
            </a:solidFill>
          </a:ln>
        </p:spPr>
        <p:txBody>
          <a:bodyPr wrap="square" lIns="0" tIns="0" rIns="0" bIns="0" anchor="ctr">
            <a:noAutofit/>
          </a:bodyPr>
          <a:lstStyle>
            <a:lvl1pPr algn="ctr">
              <a:defRPr sz="10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3E9F5D75-908C-B28E-EFD7-893F3376DF5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940894" y="4239124"/>
            <a:ext cx="2775656" cy="946413"/>
          </a:xfr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862B6562-607C-E2A2-5A8F-788906A2429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832539" y="4199827"/>
            <a:ext cx="972000" cy="972000"/>
          </a:xfrm>
          <a:prstGeom prst="ellipse">
            <a:avLst/>
          </a:prstGeom>
          <a:ln w="12700">
            <a:solidFill>
              <a:srgbClr val="F2704D"/>
            </a:solidFill>
          </a:ln>
        </p:spPr>
        <p:txBody>
          <a:bodyPr wrap="square" lIns="0" tIns="0" rIns="0" bIns="0" anchor="ctr">
            <a:noAutofit/>
          </a:bodyPr>
          <a:lstStyle>
            <a:lvl1pPr algn="ctr">
              <a:defRPr sz="1000">
                <a:solidFill>
                  <a:srgbClr val="F2704D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49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" userDrawn="1">
          <p15:clr>
            <a:srgbClr val="FBAE40"/>
          </p15:clr>
        </p15:guide>
        <p15:guide id="2" pos="548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800" y="442126"/>
            <a:ext cx="6858000" cy="547072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4" y="6431777"/>
            <a:ext cx="1043776" cy="161583"/>
          </a:xfrm>
        </p:spPr>
        <p:txBody>
          <a:bodyPr wrap="square" lIns="0" tIns="0" rIns="0" bIns="0" anchor="b" anchorCtr="0">
            <a:spAutoFit/>
          </a:bodyPr>
          <a:lstStyle>
            <a:lvl1pPr>
              <a:defRPr sz="1050" b="1"/>
            </a:lvl1pPr>
          </a:lstStyle>
          <a:p>
            <a:r>
              <a:rPr lang="en-US" sz="750"/>
              <a:t>  </a:t>
            </a:r>
            <a:r>
              <a:rPr lang="en-US" sz="900" b="0"/>
              <a:t>/</a:t>
            </a:r>
            <a:r>
              <a:rPr lang="en-US" sz="750"/>
              <a:t>      </a:t>
            </a:r>
            <a:fld id="{96455A53-7991-6C43-A624-F19D5D4C80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049D427-CD3B-96FB-A4F8-1C7040E69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205" y="238901"/>
            <a:ext cx="1393221" cy="849993"/>
          </a:xfrm>
          <a:prstGeom prst="rect">
            <a:avLst/>
          </a:prstGeom>
        </p:spPr>
      </p:pic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9149B62D-50C4-CBD3-C357-E990B01E1C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912" y="6481691"/>
            <a:ext cx="5908943" cy="89255"/>
          </a:xfrm>
        </p:spPr>
        <p:txBody>
          <a:bodyPr wrap="square" lIns="0" tIns="0" rIns="0" bIns="0" numCol="1" anchor="b" anchorCtr="0">
            <a:spAutoFit/>
          </a:bodyPr>
          <a:lstStyle>
            <a:lvl1pPr>
              <a:spcBef>
                <a:spcPts val="300"/>
              </a:spcBef>
              <a:defRPr sz="580" b="0" i="0">
                <a:solidFill>
                  <a:schemeClr val="bg2">
                    <a:lumMod val="50000"/>
                  </a:schemeClr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/>
              <a:t>Click to add disclaimer</a:t>
            </a:r>
          </a:p>
        </p:txBody>
      </p:sp>
      <p:sp>
        <p:nvSpPr>
          <p:cNvPr id="13" name="Table Placeholder 9">
            <a:extLst>
              <a:ext uri="{FF2B5EF4-FFF2-40B4-BE49-F238E27FC236}">
                <a16:creationId xmlns:a16="http://schemas.microsoft.com/office/drawing/2014/main" id="{D0B684C5-FF11-4C9A-3382-7E813D650C51}"/>
              </a:ext>
            </a:extLst>
          </p:cNvPr>
          <p:cNvSpPr>
            <a:spLocks noGrp="1"/>
          </p:cNvSpPr>
          <p:nvPr>
            <p:ph type="tbl" sz="quarter" idx="43"/>
          </p:nvPr>
        </p:nvSpPr>
        <p:spPr>
          <a:xfrm>
            <a:off x="438150" y="1414463"/>
            <a:ext cx="8274050" cy="3730625"/>
          </a:xfrm>
        </p:spPr>
        <p:txBody>
          <a:bodyPr lIns="0" tIns="0" rIns="0" bIns="0">
            <a:normAutofit/>
          </a:bodyPr>
          <a:lstStyle>
            <a:lvl1pPr algn="l">
              <a:defRPr sz="10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688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" userDrawn="1">
          <p15:clr>
            <a:srgbClr val="FBAE40"/>
          </p15:clr>
        </p15:guide>
        <p15:guide id="2" pos="548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- Our Off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6218C31-76D4-1D45-F006-F218F14EA677}"/>
              </a:ext>
            </a:extLst>
          </p:cNvPr>
          <p:cNvGrpSpPr/>
          <p:nvPr userDrawn="1"/>
        </p:nvGrpSpPr>
        <p:grpSpPr>
          <a:xfrm>
            <a:off x="-1" y="-1"/>
            <a:ext cx="9144001" cy="6858001"/>
            <a:chOff x="-1" y="-1"/>
            <a:chExt cx="9144001" cy="685800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790E1B-2313-1384-9A2F-C731F3689EFD}"/>
                </a:ext>
              </a:extLst>
            </p:cNvPr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>
              <a:gsLst>
                <a:gs pos="60000">
                  <a:schemeClr val="accent1"/>
                </a:gs>
                <a:gs pos="100000">
                  <a:srgbClr val="003763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47919C1A-9F97-0F54-A04B-235A9634E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" y="-1"/>
              <a:ext cx="9143999" cy="6857999"/>
            </a:xfrm>
            <a:prstGeom prst="rect">
              <a:avLst/>
            </a:prstGeom>
          </p:spPr>
        </p:pic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AE98B425-4F66-020B-CF8E-9885A01F9B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44641" y="5238505"/>
            <a:ext cx="1984935" cy="12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0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 - Her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4FA797-2C9B-98B6-0D44-604B8BC887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F5266F-3013-DB1B-8248-E98BE4575E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28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E98B425-4F66-020B-CF8E-9885A01F9B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44641" y="5238505"/>
            <a:ext cx="1984935" cy="1210991"/>
          </a:xfrm>
          <a:prstGeom prst="rect">
            <a:avLst/>
          </a:prstGeom>
        </p:spPr>
      </p:pic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97E05FF6-4348-E3AA-4625-A7069B56C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12" y="433135"/>
            <a:ext cx="6848475" cy="674608"/>
          </a:xfrm>
        </p:spPr>
        <p:txBody>
          <a:bodyPr lIns="0" tIns="0" rIns="0" bIns="0">
            <a:spAutoFit/>
          </a:bodyPr>
          <a:lstStyle>
            <a:lvl1pPr indent="990000">
              <a:lnSpc>
                <a:spcPct val="85000"/>
              </a:lnSpc>
              <a:defRPr sz="5000" b="0" i="0" spc="-60" baseline="0">
                <a:solidFill>
                  <a:schemeClr val="accent2"/>
                </a:solidFill>
                <a:latin typeface="Onest Light" pitchFamily="2" charset="0"/>
              </a:defRPr>
            </a:lvl1pPr>
            <a:lvl2pPr>
              <a:defRPr sz="3000" b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CF284-BD80-ABF9-C76D-42EDCD556757}"/>
              </a:ext>
            </a:extLst>
          </p:cNvPr>
          <p:cNvSpPr txBox="1"/>
          <p:nvPr userDrawn="1"/>
        </p:nvSpPr>
        <p:spPr>
          <a:xfrm>
            <a:off x="468714" y="419326"/>
            <a:ext cx="384721" cy="44852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3800" b="0" i="0" kern="1200" spc="-60" baseline="0">
                <a:solidFill>
                  <a:schemeClr val="accent2"/>
                </a:solidFill>
                <a:effectLst/>
                <a:latin typeface="Onest Medium" pitchFamily="2" charset="0"/>
                <a:ea typeface="+mn-ea"/>
                <a:cs typeface="+mn-cs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08887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- Overview and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67462A4-ADEE-434D-9D01-70AF9511C8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tx2">
                  <a:alpha val="80000"/>
                </a:schemeClr>
              </a:gs>
              <a:gs pos="58000">
                <a:schemeClr val="tx2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4" y="6431777"/>
            <a:ext cx="1043776" cy="161583"/>
          </a:xfrm>
        </p:spPr>
        <p:txBody>
          <a:bodyPr wrap="square" lIns="0" tIns="0" rIns="0" bIns="0" anchor="b" anchorCtr="0">
            <a:spAutoFit/>
          </a:bodyPr>
          <a:lstStyle>
            <a:lvl1pPr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 sz="750"/>
              <a:t>  </a:t>
            </a:r>
            <a:r>
              <a:rPr lang="en-US" sz="900" b="0"/>
              <a:t>/</a:t>
            </a:r>
            <a:r>
              <a:rPr lang="en-US" sz="750" b="0"/>
              <a:t> </a:t>
            </a:r>
            <a:r>
              <a:rPr lang="en-US" sz="750"/>
              <a:t>     </a:t>
            </a:r>
            <a:fld id="{96455A53-7991-6C43-A624-F19D5D4C80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DDA86E5E-25A3-3F67-CD50-99EC06BB20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9055" y="3271064"/>
            <a:ext cx="6143145" cy="130805"/>
          </a:xfrm>
        </p:spPr>
        <p:txBody>
          <a:bodyPr wrap="square" lIns="0" tIns="0" rIns="0" bIns="0" numCol="2" spcCol="144000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B59492A0-A763-27BE-BB1C-8D80A8FC3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9055" y="6481690"/>
            <a:ext cx="5099369" cy="89255"/>
          </a:xfrm>
        </p:spPr>
        <p:txBody>
          <a:bodyPr wrap="square" lIns="0" tIns="0" rIns="0" bIns="0" numCol="1" anchor="b" anchorCtr="0">
            <a:spAutoFit/>
          </a:bodyPr>
          <a:lstStyle>
            <a:lvl1pPr>
              <a:spcBef>
                <a:spcPts val="300"/>
              </a:spcBef>
              <a:defRPr sz="58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/>
              <a:t>Click to add disclaimer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E36E819A-DD0F-6ED1-BAF2-25275D71E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69055" y="4694228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AF0E2011-85EA-99F4-5235-429106C03A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69055" y="4336885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 dirty="0"/>
              <a:t>80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8075FE42-E694-9376-F6FA-C936EC171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3473" y="4694228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00863226-6573-CA2C-26AC-00A880740F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3473" y="4336885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F9A1ABA8-B013-0634-5FA7-0DDDF464EB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7892" y="4694228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8012034E-A600-C6FF-E2E6-456D675378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17892" y="4336885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96C81959-5CE3-D60B-3F06-7A94B83ABD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2310" y="4694228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25D15444-999E-5DA0-28FF-5A6813BF2F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2310" y="4336885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9A1001C-EF5A-D3AD-EAAB-CF8151C3B5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69055" y="531299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1F710A8B-A674-DA23-74CF-498746EB65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69055" y="4955653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D7242C3B-2F86-1C09-E852-0ADE6046EF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73" y="531299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920AED8B-5094-DC59-482A-9544AA3A55C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43473" y="4955653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C59FC782-F831-51C4-405E-41A60CF646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7892" y="531299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DE5DABC8-06B8-23E1-AD09-74D9FB126C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17892" y="4955653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78AD0EA6-572D-F506-557A-589CCEC37B6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92310" y="5312996"/>
            <a:ext cx="1356677" cy="130805"/>
          </a:xfrm>
        </p:spPr>
        <p:txBody>
          <a:bodyPr wrap="square" lIns="0" tIns="0" rIns="0" bIns="0" numCol="1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BD839FC8-B4BD-CD6F-D19A-A74276FF80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92310" y="4955653"/>
            <a:ext cx="1356677" cy="369332"/>
          </a:xfrm>
        </p:spPr>
        <p:txBody>
          <a:bodyPr wrap="square" lIns="0" tIns="0" rIns="0" bIns="0" numCol="1">
            <a:spAutoFit/>
          </a:bodyPr>
          <a:lstStyle>
            <a:lvl1pPr>
              <a:defRPr sz="2400" b="0" i="0" spc="-60" baseline="0">
                <a:solidFill>
                  <a:schemeClr val="bg1"/>
                </a:solidFill>
                <a:latin typeface="Onest Ligh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GB"/>
              <a:t>80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AACBED9A-525B-0067-9ED4-0556F67F46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626B36D-5C33-166D-7F04-EF9E128B994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9055" y="2786742"/>
            <a:ext cx="1595189" cy="236843"/>
          </a:xfrm>
          <a:prstGeom prst="roundRect">
            <a:avLst>
              <a:gd name="adj" fmla="val 50000"/>
            </a:avLst>
          </a:prstGeom>
          <a:ln w="12700">
            <a:solidFill>
              <a:schemeClr val="bg1"/>
            </a:solidFill>
          </a:ln>
        </p:spPr>
        <p:txBody>
          <a:bodyPr wrap="none" lIns="108000" tIns="7200" rIns="108000" bIns="7200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Ones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capability</a:t>
            </a:r>
          </a:p>
        </p:txBody>
      </p:sp>
      <p:sp>
        <p:nvSpPr>
          <p:cNvPr id="4" name="Picture Placeholder 16">
            <a:extLst>
              <a:ext uri="{FF2B5EF4-FFF2-40B4-BE49-F238E27FC236}">
                <a16:creationId xmlns:a16="http://schemas.microsoft.com/office/drawing/2014/main" id="{CD5CC625-6893-BA6C-F66A-66C5B8852CA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50932" y="421275"/>
            <a:ext cx="694800" cy="694800"/>
          </a:xfrm>
        </p:spPr>
        <p:txBody>
          <a:bodyPr>
            <a:normAutofit/>
          </a:bodyPr>
          <a:lstStyle>
            <a:lvl1pPr algn="ctr">
              <a:defRPr sz="1000" b="0" i="0">
                <a:solidFill>
                  <a:schemeClr val="bg1"/>
                </a:solidFill>
                <a:latin typeface="Onest" pitchFamily="2" charset="0"/>
              </a:defRPr>
            </a:lvl1pPr>
          </a:lstStyle>
          <a:p>
            <a:r>
              <a:rPr lang="en-AU"/>
              <a:t>Click to add icon</a:t>
            </a:r>
          </a:p>
        </p:txBody>
      </p:sp>
    </p:spTree>
    <p:extLst>
      <p:ext uri="{BB962C8B-B14F-4D97-AF65-F5344CB8AC3E}">
        <p14:creationId xmlns:p14="http://schemas.microsoft.com/office/powerpoint/2010/main" val="4229806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" userDrawn="1">
          <p15:clr>
            <a:srgbClr val="FBAE40"/>
          </p15:clr>
        </p15:guide>
        <p15:guide id="2" pos="548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AU"/>
              <a:t>July 2025: to edit, go to 'Insert &gt; Header &amp; Footer'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Document Title: to edit, go to 'Insert &gt; Header &amp; Footer'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55A53-7991-6C43-A624-F19D5D4C8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9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6" r:id="rId2"/>
    <p:sldLayoutId id="2147483717" r:id="rId3"/>
    <p:sldLayoutId id="2147483715" r:id="rId4"/>
    <p:sldLayoutId id="2147483719" r:id="rId5"/>
    <p:sldLayoutId id="2147483720" r:id="rId6"/>
    <p:sldLayoutId id="2147483703" r:id="rId7"/>
    <p:sldLayoutId id="2147483710" r:id="rId8"/>
    <p:sldLayoutId id="2147483701" r:id="rId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1800" b="1" kern="1200" dirty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en-GB" sz="1100" b="0" i="0" kern="1200" spc="0" baseline="0" dirty="0" smtClean="0">
          <a:solidFill>
            <a:schemeClr val="accent1"/>
          </a:solidFill>
          <a:effectLst/>
          <a:latin typeface="Onest SemiBold" pitchFamily="2" charset="0"/>
          <a:ea typeface="+mn-ea"/>
          <a:cs typeface="+mn-cs"/>
        </a:defRPr>
      </a:lvl1pPr>
      <a:lvl2pPr marL="4763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tabLst/>
        <a:defRPr sz="1000" b="1" i="0" kern="1200">
          <a:solidFill>
            <a:schemeClr val="accent1"/>
          </a:solidFill>
          <a:latin typeface="Onest SemiBold" pitchFamily="2" charset="0"/>
          <a:ea typeface="+mn-ea"/>
          <a:cs typeface="+mn-cs"/>
        </a:defRPr>
      </a:lvl2pPr>
      <a:lvl3pPr marL="4763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tabLst/>
        <a:defRPr sz="850" b="0" i="0" kern="1200">
          <a:solidFill>
            <a:schemeClr val="bg2">
              <a:lumMod val="50000"/>
            </a:schemeClr>
          </a:solidFill>
          <a:latin typeface="Onest" pitchFamily="2" charset="0"/>
          <a:ea typeface="+mn-ea"/>
          <a:cs typeface="+mn-cs"/>
        </a:defRPr>
      </a:lvl3pPr>
      <a:lvl4pPr marL="134938" indent="-130175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tabLst/>
        <a:defRPr sz="850" b="0" i="0" kern="1200">
          <a:solidFill>
            <a:schemeClr val="bg2">
              <a:lumMod val="50000"/>
            </a:schemeClr>
          </a:solidFill>
          <a:latin typeface="Onest" pitchFamily="2" charset="0"/>
          <a:ea typeface="+mn-ea"/>
          <a:cs typeface="+mn-cs"/>
        </a:defRPr>
      </a:lvl4pPr>
      <a:lvl5pPr marL="269875" indent="-134938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tabLst/>
        <a:defRPr sz="850" b="0" i="0" kern="1200">
          <a:solidFill>
            <a:schemeClr val="bg2">
              <a:lumMod val="50000"/>
            </a:schemeClr>
          </a:solidFill>
          <a:latin typeface="Onest" pitchFamily="2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2400" b="0" i="0" kern="1200" spc="-60" baseline="0">
          <a:solidFill>
            <a:schemeClr val="accent1"/>
          </a:solidFill>
          <a:latin typeface="Onest Light" pitchFamily="2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tabLst/>
        <a:defRPr sz="58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605453-D2FA-F00B-1300-87083B4E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/>
              <a:t>July 2025: to edit, go to 'Insert &gt; Header &amp; Footer'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65220-E356-C987-03A9-E30DE0E0E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5540C-6BD7-BF0E-BD06-98829B189C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49B9C-F51A-5254-A1C3-4AF21DF1EC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651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480F-5021-4A8D-BA46-4E6EB4398D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86D38-5572-575B-F69F-965E7C61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750"/>
              <a:t>  </a:t>
            </a:r>
            <a:r>
              <a:rPr lang="en-US" sz="900" b="0"/>
              <a:t>/</a:t>
            </a:r>
            <a:r>
              <a:rPr lang="en-US" sz="750"/>
              <a:t>      </a:t>
            </a:r>
            <a:fld id="{96455A53-7991-6C43-A624-F19D5D4C804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988C4-8443-99C7-2A2C-5EF7312081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93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50596"/>
      </p:ext>
    </p:extLst>
  </p:cSld>
  <p:clrMapOvr>
    <a:masterClrMapping/>
  </p:clrMapOvr>
</p:sld>
</file>

<file path=ppt/theme/theme1.xml><?xml version="1.0" encoding="utf-8"?>
<a:theme xmlns:a="http://schemas.openxmlformats.org/drawingml/2006/main" name="Alceon_PPT-theme">
  <a:themeElements>
    <a:clrScheme name="Alceon">
      <a:dk1>
        <a:srgbClr val="323232"/>
      </a:dk1>
      <a:lt1>
        <a:srgbClr val="FFFFFF"/>
      </a:lt1>
      <a:dk2>
        <a:srgbClr val="003763"/>
      </a:dk2>
      <a:lt2>
        <a:srgbClr val="E6E6E6"/>
      </a:lt2>
      <a:accent1>
        <a:srgbClr val="00457C"/>
      </a:accent1>
      <a:accent2>
        <a:srgbClr val="009DE6"/>
      </a:accent2>
      <a:accent3>
        <a:srgbClr val="E4CEA2"/>
      </a:accent3>
      <a:accent4>
        <a:srgbClr val="B07D3D"/>
      </a:accent4>
      <a:accent5>
        <a:srgbClr val="6961FF"/>
      </a:accent5>
      <a:accent6>
        <a:srgbClr val="7049A7"/>
      </a:accent6>
      <a:hlink>
        <a:srgbClr val="155CD5"/>
      </a:hlink>
      <a:folHlink>
        <a:srgbClr val="7049A7"/>
      </a:folHlink>
    </a:clrScheme>
    <a:fontScheme name="Alceon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ustom Color 1">
      <a:srgbClr val="CCCCCC"/>
    </a:custClr>
    <a:custClr name="Custom Color 2">
      <a:srgbClr val="F2704D"/>
    </a:custClr>
    <a:custClr name="Custom Color 3">
      <a:srgbClr val="003763"/>
    </a:custClr>
    <a:custClr name="Custom Color 4">
      <a:srgbClr val="155CD5"/>
    </a:custClr>
    <a:custClr name="Custom Color 5">
      <a:srgbClr val="E6E6E6"/>
    </a:custClr>
  </a:custClrLst>
  <a:extLst>
    <a:ext uri="{05A4C25C-085E-4340-85A3-A5531E510DB2}">
      <thm15:themeFamily xmlns:thm15="http://schemas.microsoft.com/office/thememl/2012/main" name="Alceon Internal Template.pptx" id="{F6371A0E-05FA-49E7-9AA5-35166A3E7B6F}" vid="{765A065D-AA27-4F7A-8F84-546AE0C846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19EA1525AB5D42B084B31316C4C187" ma:contentTypeVersion="3" ma:contentTypeDescription="Create a new document." ma:contentTypeScope="" ma:versionID="12d6e342ade6c5e3ff026dec3c15c2ae">
  <xsd:schema xmlns:xsd="http://www.w3.org/2001/XMLSchema" xmlns:xs="http://www.w3.org/2001/XMLSchema" xmlns:p="http://schemas.microsoft.com/office/2006/metadata/properties" xmlns:ns2="39772a7d-9353-45bc-8aa5-0194eb37d925" targetNamespace="http://schemas.microsoft.com/office/2006/metadata/properties" ma:root="true" ma:fieldsID="551189c7b7db8219ed0add0532158fc5" ns2:_="">
    <xsd:import namespace="39772a7d-9353-45bc-8aa5-0194eb37d9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772a7d-9353-45bc-8aa5-0194eb37d9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EF904A-F767-44D7-A66D-3373678D48B6}">
  <ds:schemaRefs>
    <ds:schemaRef ds:uri="35d6598b-d0e0-49ee-87c4-001cac5c020c"/>
    <ds:schemaRef ds:uri="d5c13d2f-4140-4200-8996-35030bd1cc7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985D9A6-429B-4D68-A091-9392C02FB3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772a7d-9353-45bc-8aa5-0194eb37d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7D2A2D3-BEBB-4817-BBC5-408F9E4883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Alceon Internal Template</Template>
  <TotalTime>6</TotalTime>
  <Words>17</Words>
  <Application>Microsoft Office PowerPoint</Application>
  <PresentationFormat>On-screen Show (4:3)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Onest SemiBold</vt:lpstr>
      <vt:lpstr>Onest Medium</vt:lpstr>
      <vt:lpstr>Arial</vt:lpstr>
      <vt:lpstr>Onest Light</vt:lpstr>
      <vt:lpstr>Onest</vt:lpstr>
      <vt:lpstr>Alceon_PPT-theme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Natalie Jollow</dc:creator>
  <cp:lastModifiedBy>Joel Deakin</cp:lastModifiedBy>
  <cp:revision>3</cp:revision>
  <dcterms:created xsi:type="dcterms:W3CDTF">2025-11-06T23:48:05Z</dcterms:created>
  <dcterms:modified xsi:type="dcterms:W3CDTF">2026-02-16T06:48:38Z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0x0101004119EA1525AB5D42B084B31316C4C187</vt:lpwstr>
  </property>
  <property fmtid="{D5CDD505-2E9C-101B-9397-08002B2CF9AE}" pid="3" name="MediaServiceImageTags">
    <vt:lpwstr/>
  </property>
</Properties>
</file>